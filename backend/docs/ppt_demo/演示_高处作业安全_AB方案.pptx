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</a:rPr>
              <a:t>施工现场高处作业安全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微软雅黑"/>
              </a:rPr>
              <a:t>—— 安全讲座 · 课件 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蜀道集团安全管理部 ｜ 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5486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目录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822960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01  高处作业的定义与判定标准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34639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39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34639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02  高处坠落的主要风险点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931920"/>
            <a:ext cx="822960" cy="8229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931920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03  安全防护的硬性要求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02920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029200"/>
            <a:ext cx="8229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F3864"/>
                </a:solidFill>
                <a:latin typeface="微软雅黑"/>
              </a:rPr>
              <a:t>04  典型事故案例警示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一、高处作业的定义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3291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凡在坠落高度基准面 2m 及以上、有可能坠落的高处进行的作业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常见场景：脚手架搭拆、临边作业、洞口作业、屋面作业、吊装作业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作业前须确认：作业票、防护设施、人员状态三项达标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分级管理：一般高处作业 / 特殊高处作业（恶劣天气、夜间等）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二、安全防护的硬性要求（要点）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3291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2412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  <a:latin typeface="微软雅黑"/>
              </a:rPr>
              <a:t/>
            </a:r>
            <a:r>
              <a:rPr sz="2000">
                <a:solidFill>
                  <a:srgbClr val="1F3864"/>
                </a:solidFill>
                <a:latin typeface="微软雅黑"/>
              </a:rPr>
              <a:t>▸ 安全带：高挂低用，严禁低挂高用，做到一人一带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脚手架：作业层满铺脚手板，设 1.2m 防护栏杆与挡脚板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临边/洞口：设置防护栏杆、盖板或安全网，挂警示标志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595959"/>
                </a:solidFill>
                <a:latin typeface="微软雅黑"/>
              </a:rPr>
              <a:t>▸ 交叉作业：设置隔离防护棚，动火作业清理下方可燃物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3864"/>
                </a:solidFill>
                <a:latin typeface="微软雅黑"/>
              </a:rPr>
              <a:t>▸ 安全帽：进入现场全程佩戴，系好下颚带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595959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</a:rPr>
              <a:t>高高兴兴上班来，平平安安回家去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微软雅黑"/>
              </a:rPr>
              <a:t>感谢聆听 · 愿每一次高处作业都安全归来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</a:rPr>
              <a:t>蜀道集团安全管理部 ｜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b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